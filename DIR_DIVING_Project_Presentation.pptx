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slideLayouts/_rels/slideLayout1.xml.rels>&#65279;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-ui-preview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0D158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DIR DIVING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watchOS dive computer interface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30D158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Current UI is aligned to the supplied Apple Watch Ultra reference look.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Primary screen prioritizes depth, runtime, TTV, ascent rate, stopwatch, and tactile controls.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This visual language is now the baseline for future development.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AFF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Visual Standard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the look and feel to preserve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Black full-screen canvas for underwater contrast.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Large white metrics with blue labels and green/yellow/red state colors.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Thin rounded borders, compact spacing, no generic dashboard styling.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0D158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Live Dive Screen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main operational surface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30D158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Current depth dominates the center of the watch face.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TTV and RunTime sit in a green technical panel.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Start, Stop, and Reset use color-coded action buttons.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D60A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Ascent Awareness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rate gauge and warnings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FFD60A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Vertical m/min scale mirrors the reference style.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Green/yellow/red bands communicate safe, caution, and danger states.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Blinking depth and haptics support fast recognition underwater.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AFF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Compass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navigation support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Full-screen compass remains watch-first and high contrast.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Bearing actions stay contextual and readable.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Future compass UI should reuse the same black technical styling.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Dive Log and Export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after-dive workflow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Latest dive sessions are stored locally.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Dive details include profile, temperature, GPS entry/exit metadata, and CSV export.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Supporting screens should inherit the same compact Ultra-style visual system.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453A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Buddy Link Experimental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branch: codex/experimental-features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FF453A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BLE watch-to-watch concept for predefined buddy messages.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Status, proximity color, haptics, and last plausible direction are experimental.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Safety disclaimer remains visible where proximity is shown.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7D9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Architecture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SwiftUI watchOS project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00C7D9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SwiftUI views, services, models, utilities, and XcodeGen project configuration.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Water submersion APIs are prepared while the entitlement is pending.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UI changes are isolated in view components for maintainability.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D60A">
              <a:alpha val="100000"/>
            </a:srgbClr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20000"/>
            <a:ext cx="5486400" cy="6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300" b="1">
                <a:solidFill>
                  <a:srgbClr val="FFFFFF"/>
                </a:solidFill>
              </a:rPr>
              <a:t>Next Steps</a:t>
            </a:r>
            <a:endParaRPr lang="en-US" sz="3300"/>
          </a:p>
        </p:txBody>
      </p:sp>
      <p:sp>
        <p:nvSpPr>
          <p:cNvPr id="3" name="Subtitle"/>
          <p:cNvSpPr txBox="1"/>
          <p:nvPr/>
        </p:nvSpPr>
        <p:spPr>
          <a:xfrm>
            <a:off x="457200" y="960000"/>
            <a:ext cx="51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00C7D9"/>
                </a:solidFill>
              </a:rPr>
              <a:t>validation path</a:t>
            </a:r>
            <a:endParaRPr lang="en-US" sz="1450"/>
          </a:p>
        </p:txBody>
      </p:sp>
      <p:sp>
        <p:nvSpPr>
          <p:cNvPr id="4" name="Feature frame"/>
          <p:cNvSpPr/>
          <p:nvPr/>
        </p:nvSpPr>
        <p:spPr>
          <a:xfrm>
            <a:off x="457200" y="1540000"/>
            <a:ext cx="5050000" cy="2650000"/>
          </a:xfrm>
          <a:prstGeom prst="roundRect">
            <a:avLst/>
          </a:prstGeom>
          <a:noFill/>
          <a:ln w="12700">
            <a:solidFill>
              <a:srgbClr val="FFD60A"/>
            </a:solidFill>
          </a:ln>
        </p:spPr>
      </p:sp>
      <p:sp>
        <p:nvSpPr>
          <p:cNvPr id="5" name="Body"/>
          <p:cNvSpPr txBox="1"/>
          <p:nvPr/>
        </p:nvSpPr>
        <p:spPr>
          <a:xfrm>
            <a:off x="670000" y="1740000"/>
            <a:ext cx="460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>
                <a:solidFill>
                  <a:srgbClr val="DDEAF0"/>
                </a:solidFill>
              </a:rPr>
              <a:t>• Regenerate the Xcode project with XcodeGen on macOS.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Build with the granted water submersion entitlement once available.</a:t>
            </a:r>
            <a:endParaRPr lang="en-US" sz="1750"/>
          </a:p>
          <a:p>
            <a:pPr algn="l"/>
            <a:r>
              <a:rPr lang="en-US" sz="1750">
                <a:solidFill>
                  <a:srgbClr val="DDEAF0"/>
                </a:solidFill>
              </a:rPr>
              <a:t>• Keep future UI work aligned with the reference visual language.</a:t>
            </a:r>
            <a:endParaRPr lang="en-US" sz="1750"/>
          </a:p>
        </p:txBody>
      </p:sp>
      <p:sp>
        <p:nvSpPr>
          <p:cNvPr id="6" name="Footer"/>
          <p:cNvSpPr txBox="1"/>
          <p:nvPr/>
        </p:nvSpPr>
        <p:spPr>
          <a:xfrm>
            <a:off x="457200" y="468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50">
                <a:solidFill>
                  <a:srgbClr val="8EA7B3"/>
                </a:solidFill>
              </a:rPr>
              <a:t>Visual standard: black canvas, large mono-style metrics, thin functional borders, blue/green/yellow/red status colors.</a:t>
            </a:r>
            <a:endParaRPr lang="en-US" sz="1050"/>
          </a:p>
        </p:txBody>
      </p:sp>
      <p:sp>
        <p:nvSpPr>
          <p:cNvPr id="7" name="Preview frame"/>
          <p:cNvSpPr/>
          <p:nvPr/>
        </p:nvSpPr>
        <p:spPr>
          <a:xfrm>
            <a:off x="6250000" y="650000"/>
            <a:ext cx="2170000" cy="3900000"/>
          </a:xfrm>
          <a:prstGeom prst="roundRect">
            <a:avLst/>
          </a:prstGeom>
          <a:noFill/>
          <a:ln w="12700">
            <a:solidFill>
              <a:srgbClr val="007AFF"/>
            </a:solidFill>
          </a:ln>
        </p:spPr>
      </p:sp>
      <p:pic>
        <p:nvPicPr>
          <p:cNvPr id="8" name="Live UI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330000" y="760000"/>
            <a:ext cx="2010000" cy="2547000"/>
          </a:xfrm>
          <a:prstGeom prst="rect">
            <a:avLst/>
          </a:prstGeom>
        </p:spPr>
      </p:pic>
      <p:sp>
        <p:nvSpPr>
          <p:cNvPr id="9" name="Preview label"/>
          <p:cNvSpPr txBox="1"/>
          <p:nvPr/>
        </p:nvSpPr>
        <p:spPr>
          <a:xfrm>
            <a:off x="6230000" y="3480000"/>
            <a:ext cx="2220000" cy="4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FFD60A"/>
                </a:solidFill>
              </a:rPr>
              <a:t>Apple Watch Ultra live UI direction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R DIVING">
  <a:themeElements>
    <a:clrScheme name="DIR DIVING">
      <a:dk1>
        <a:srgbClr val="071820"/>
      </a:dk1>
      <a:lt1>
        <a:srgbClr val="FFFFFF"/>
      </a:lt1>
      <a:dk2>
        <a:srgbClr val="0F2A36"/>
      </a:dk2>
      <a:lt2>
        <a:srgbClr val="DDEAF0"/>
      </a:lt2>
      <a:accent1>
        <a:srgbClr val="00C7D9"/>
      </a:accent1>
      <a:accent2>
        <a:srgbClr val="36D399"/>
      </a:accent2>
      <a:accent3>
        <a:srgbClr val="FACC15"/>
      </a:accent3>
      <a:accent4>
        <a:srgbClr val="EF4444"/>
      </a:accent4>
      <a:accent5>
        <a:srgbClr val="60A5FA"/>
      </a:accent5>
      <a:accent6>
        <a:srgbClr val="A78BFA"/>
      </a:accent6>
      <a:hlink>
        <a:srgbClr val="60A5FA"/>
      </a:hlink>
      <a:folHlink>
        <a:srgbClr val="A78BFA"/>
      </a:folHlink>
    </a:clrScheme>
    <a:fontScheme name="DIR DIVING">
      <a:majorFont>
        <a:latin typeface="Aptos Display"/>
      </a:majorFont>
      <a:minorFont>
        <a:latin typeface="Aptos"/>
      </a:minorFont>
    </a:fontScheme>
    <a:fmtScheme name="DIR DIV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DIR DIVING</Application>
  <PresentationFormat>On-screen Show (16:9)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 DIVING Project Presentation</dc:title>
  <dc:creator>DIR DIVING</dc:creator>
  <cp:lastModifiedBy>DIR DIVING</cp:lastModifiedBy>
  <dcterms:created xsi:type="dcterms:W3CDTF">2026-05-08T14:56:35Z</dcterms:created>
  <dcterms:modified xsi:type="dcterms:W3CDTF">2026-05-08T14:56:35Z</dcterms:modified>
</cp:coreProperties>
</file>