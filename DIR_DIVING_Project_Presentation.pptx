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9144000" cy="5143500" type="screen16x9"/>
  <p:notesSz cx="6858000" cy="9144000"/>
  <p:defaultTextStyle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/>
</file>

<file path=ppt/_rels/presentation.xml.rels>&#65279;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/Relationships>
</file>

<file path=ppt/slideLayouts/_rels/slideLayout1.xml.rels>&#65279;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0D158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DIR DIVING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watchOS dive computer interface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30D158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Current UI must align to this exact supplied Apple Watch Ultra reference.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Primary screen prioritizes depth, runtime, TTV, ascent rate, stopwatch, and tactile controls.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This visual language is now the baseline for future development.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A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Visual Standard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the look and feel to preserve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Black full-screen canvas for underwater contrast.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Large white metrics with blue labels and green/yellow/red state colors.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Thin rounded borders, compact spacing, no generic dashboard styling.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0D158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Live Dive Screen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main operational surface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30D158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Current depth dominates the center of the watch face.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TTV and RunTime sit in a green technical panel.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Start, Stop, and Reset use color-coded action buttons.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D60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Ascent Awareness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rate gauge and warnings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D60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Vertical m/min scale mirrors the reference style.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Green/yellow/red bands communicate safe, caution, and danger states.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Blinking depth and haptics support fast recognition underwater.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A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Compass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navigation support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Full-screen compass remains watch-first and high contrast.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Bearing actions stay contextual and readable.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Future compass UI should reuse the same black technical styling.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Dive Log and Export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after-dive workflow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Latest dive sessions are stored locally.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Dive details include profile, temperature, GPS entry/exit metadata, and CSV export.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Supporting screens should inherit the same compact Ultra-style visual system.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453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Buddy Pairing Experimental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branch: codex/experimental-features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453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Pre-dive pairing identifies the selected DIR DIVING buddy before entering the water.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Pairing is blocked during an active dive and in-progress pairing scans are cancelled.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Buddy Link, proximity color, haptics, messages, and plausible direction remain experimental.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C7D9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Architecture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SwiftUI watchOS project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C7D9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SwiftUI views, services, models, utilities, and XcodeGen project configuration.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Water submersion APIs are prepared while the entitlement is pending.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UI changes are isolated in view components for maintainability.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D60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Next Steps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validation path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D60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Regenerate the Xcode project with XcodeGen on macOS.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Build with the granted water submersion entitlement once available.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Keep future UI work aligned with the reference visual language.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R DIVING">
  <a:themeElements>
    <a:clrScheme name="DIR DIVING">
      <a:dk1>
        <a:srgbClr val="071820"/>
      </a:dk1>
      <a:lt1>
        <a:srgbClr val="FFFFFF"/>
      </a:lt1>
      <a:dk2>
        <a:srgbClr val="0F2A36"/>
      </a:dk2>
      <a:lt2>
        <a:srgbClr val="DDEAF0"/>
      </a:lt2>
      <a:accent1>
        <a:srgbClr val="00C7D9"/>
      </a:accent1>
      <a:accent2>
        <a:srgbClr val="36D399"/>
      </a:accent2>
      <a:accent3>
        <a:srgbClr val="FACC15"/>
      </a:accent3>
      <a:accent4>
        <a:srgbClr val="EF4444"/>
      </a:accent4>
      <a:accent5>
        <a:srgbClr val="60A5FA"/>
      </a:accent5>
      <a:accent6>
        <a:srgbClr val="A78BFA"/>
      </a:accent6>
      <a:hlink>
        <a:srgbClr val="60A5FA"/>
      </a:hlink>
      <a:folHlink>
        <a:srgbClr val="A78BFA"/>
      </a:folHlink>
    </a:clrScheme>
    <a:fontScheme name="DIR DIVING">
      <a:majorFont>
        <a:latin typeface="Aptos Display"/>
      </a:majorFont>
      <a:minorFont>
        <a:latin typeface="Aptos"/>
      </a:minorFont>
    </a:fontScheme>
    <a:fmtScheme name="DIR DIVING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DIR DIVING</Application>
  <PresentationFormat>On-screen Show (16:9)</PresentationFormat>
  <Slides>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 DIVING Project Presentation</dc:title>
  <dc:creator>DIR DIVING</dc:creator>
  <cp:lastModifiedBy>DIR DIVING</cp:lastModifiedBy>
  <dcterms:created xsi:type="dcterms:W3CDTF">2026-05-08T14:56:35Z</dcterms:created>
  <dcterms:modified xsi:type="dcterms:W3CDTF">2026-05-08T14:56:35Z</dcterms:modified>
</cp:coreProperties>
</file>