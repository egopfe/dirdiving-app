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/>
</file>

<file path=ppt/_rels/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/slideLayouts/_rels/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00C7D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DIR DIVING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SwiftUI watchOS dive app for Apple Watch Ultra-class devices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Live depth, ascent-rate awareness, compass, dive log, GPS entry/exit metadata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Built for practical underwater readability and simple watch-first workflows</a:t>
            </a:r>
            <a:endParaRPr lang="en-US"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6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The Problem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Divers need compact, glanceable data on the wrist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Critical ascent-rate feedback must be immediate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Entry and exit GPS points matter, but underwater GPS is unreliable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Export should remain compatible with established dive-log tools</a:t>
            </a:r>
            <a:endParaRPr lang="en-US"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ACC15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Core Experience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Vertical page navigation with the Digital Crown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Live dive screen with depth, temperature, RunTime, TTV, stopwatch, and ascent gauge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Compass screen with contextual SET BEARING and CLEAR actions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Local log screen for the latest 40 dives</a:t>
            </a:r>
            <a:endParaRPr lang="en-US" sz="2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Safety-Oriented Feedback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Depth-band ascent limits: 10, 5, 3, and 1 m/min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Red warning state when ascent rate exceeds the current band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Haptic .failure feedback throttled to one warning every 2 seconds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Fallback limit above configured bands intentionally remains 10 m/min</a:t>
            </a:r>
            <a:endParaRPr lang="en-US" sz="2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60A5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GPS Entry and Exit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The app stores the latest available surface location immediately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A 6-second best-effort capture window updates the point if a better fix arrives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Exit logs are finalized after the best-effort capture completes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GPS metadata is surface entry/exit data, not underwater tracking</a:t>
            </a:r>
            <a:endParaRPr lang="en-US" sz="2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Logging and Export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Dive sessions are stored locally as JSON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Each session contains duration, depths, temperatures, GPS metadata, and samples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CSV export supports Subsurface import workflows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Shared CSV files include time, depth, temperature, and coordinates when available</a:t>
            </a:r>
            <a:endParaRPr lang="en-US" sz="2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22D3EE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Architecture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Models define sessions, samples, GPS points, and ascent status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Services handle submersion, GPS, compass, haptics, export, images, and App Intents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Views are compact SwiftUI watch screens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XcodeGen project configuration lives in project.yml</a:t>
            </a:r>
            <a:endParaRPr lang="en-US" sz="2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FB923C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Current Status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Depth/submersion entitlement is pending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Entitlements file is present and ready to update after Apple approval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Final watchOS validation must be performed on macOS with Xcode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Codebase has been cleaned up and documentation is now in English</a:t>
            </a:r>
            <a:endParaRPr lang="en-US" sz="2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34D399"/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429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600" b="1">
                <a:solidFill>
                  <a:srgbClr val="FFFFFF"/>
                </a:solidFill>
              </a:rPr>
              <a:t>Roadmap</a:t>
            </a:r>
            <a:endParaRPr lang="en-US" sz="3600"/>
          </a:p>
        </p:txBody>
      </p:sp>
      <p:sp>
        <p:nvSpPr>
          <p:cNvPr id="3" name="Body"/>
          <p:cNvSpPr txBox="1"/>
          <p:nvPr/>
        </p:nvSpPr>
        <p:spPr>
          <a:xfrm>
            <a:off x="609600" y="1371600"/>
            <a:ext cx="7924800" cy="36576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>
                <a:solidFill>
                  <a:srgbClr val="DDEAF0"/>
                </a:solidFill>
              </a:rPr>
              <a:t>- Add approved water depth entitlement and validate on Apple Watch hardware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Improve Subsurface metadata mapping if needed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Consider iPhone companion sync for user images</a:t>
            </a:r>
            <a:endParaRPr lang="en-US" sz="2200"/>
          </a:p>
          <a:p>
            <a:r>
              <a:rPr lang="en-US" sz="2200">
                <a:solidFill>
                  <a:srgbClr val="DDEAF0"/>
                </a:solidFill>
              </a:rPr>
              <a:t>- Add automated tests around formatters, ascent-rate logic, and export generation</a:t>
            </a:r>
            <a:endParaRPr lang="en-US"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