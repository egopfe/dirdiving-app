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14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Full Feature Presentation</dc:title>
  <dc:creator>DIR DIVING</dc:creator>
  <cp:lastModifiedBy>DIR DIVING</cp:lastModifiedBy>
  <dcterms:created xsi:type="dcterms:W3CDTF">2026-05-10T11:22:59Z</dcterms:created>
  <dcterms:modified xsi:type="dcterms:W3CDTF">2026-05-10T11:22:59Z</dcterms:modified>
</cp:coreProperties>
</file>

<file path=ppt\_rels\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/Relationships>
</file>

<file path=ppt\presProps.xml><?xml version="1.0" encoding="utf-8"?>
<p:presentationPr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/>
</p:presentation>
</file>

<file path=ppt\slideLayouts\_rels\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\slides\_rels\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\slides\_rels\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</file>

<file path=ppt\slides\_rels\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</file>

<file path=ppt\slides\_rels\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</file>

<file path=ppt\slides\_rels\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</Relationships>
</file>

<file path=ppt\slides\_rels\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</Relationships>
</file>

<file path=ppt\slides\_rels\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</Relationships>
</file>

<file path=ppt\slides\_rels\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</Relationships>
</file>

<file path=ppt\slides\_rels\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</Relationships>
</file>

<file path=ppt\slides\_rels\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</Relationships>
</file>

<file path=ppt\slides\_rels\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png"/>
</Relationships>
</file>

<file path=ppt\slides\_rels\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png"/>
</Relationships>
</file>

<file path=ppt\slides\_rels\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png"/>
</Relationships>
</file>

<file path=ppt\slides\_rels\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png"/>
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Project Overview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DIR DIVING is a SwiftUI watchOS dive app with a premium Apple Watch Ultra-style UI, now anchored to the supplied live-dive mockup across every screen.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The project covers live dive data, navigation, logs, export, configurable limits, and experimental buddy workflows.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Shows current, maximum, and average depth with the large live depth value matching the Apple Watch Ultra reference layout.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Displays water temperature, RunTime, TTV, stopwatch, and ascent state in the same functional color language as the mockup.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Built around the supplied premium mockup: black canvas, octopus logo, separated ascent gauge, blue labels, and non-overlapping metric regions.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Ascent Warning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Calculates ascent rate from consecutive depth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green, yellow, and red zones.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Triggers red visual warning and haptic feedback when over limit.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ACC15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Configurable Ascent Limits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Diver can edit each depth-band ascent limit on Apple Watch.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Values persist locally through UserDefaults.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Reset returns the profile to standard limits.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Compass and Bearing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compass screen with large heading, bearing panel, and technical controls.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SET BEARING and CLEAR actions are contextual.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CoreLocation heading updates drive the display.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60A5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Manual Stopwatch and Action Button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Manual stopwatch is separate from automatic RunTime.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START, STOP, and RESET are available on screen.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App Intents support stopwatch workflows and Buddy Assist access.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Log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log screen stores the latest 40 dives locally.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Sessions include duration, depths, temperatures, GPS metadata, and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Log entries are sorted by start date.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22D3EE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Detail and Subsurface Export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 detail shows metrics and a profile chart.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CSV generation supports Subsurface import workflows.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ShareLink sends CSV to Files, AirDrop, email, or companion devices.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4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GPS Entry and Exit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Captures surface entry and exit coordinates.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a best-effort capture window for better fixes.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GPS is metadata only, not underwater tracking.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User Images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image selector displays bundled PNG, JPG, JPEG, or HEIC reference screens.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Useful for checklists, procedures, tables, and static reminders.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Future path can use WatchConnectivity from an iPhone companion app.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Pre-Dive Buddy Pairing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Apple Watch Ultra users identify their DIR DIVING buddy before the dive.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PAIRING PRE-DIVE uses the shared premium panel style, shows PAIRED or NOT PAIRED, and stores the buddy identity locally.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Pairing is disabled during immersion; the warning remains visible in the Buddy UI.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Received Message and Answer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Incoming buddy messages appear in a large banner.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Critical messages are highlighted in red and trigger failure haptics.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ANSWER opens the same preset message set for immediate reply.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Buddy Link and Plausible Direction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Link shows ONLINE or LOST.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Signal dot uses green, yellow, and red state.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Compass block combines last known direction, shared bearing, and heading into a plausible direction.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Experimental Safety Position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proximity and BLE messaging are not certified safety systems.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watchOS cannot advertise BLE services through CBPeripheralManager, limiting pure Watch-to-Watch BLE.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Hardware validation and a relay or revised architecture may be required.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\theme\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ppt\viewProps.xml><?xml version="1.0" encoding="utf-8"?>
<p:viewPr xmlns:p="http://schemas.openxmlformats.org/presentationml/2006/main"/>
</file>