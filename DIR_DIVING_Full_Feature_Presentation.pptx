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/>
</file>

<file path=ppt/_rels/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Relationship Id="rId16" Type="http://schemas.openxmlformats.org/officeDocument/2006/relationships/theme" Target="theme/theme1.xml"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_rels/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</file>

<file path=ppt/slides/_rels/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</file>

<file path=ppt/slides/_rels/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</Relationships>
</file>

<file path=ppt/slides/_rels/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png"/>
</Relationships>
</file>

<file path=ppt/slides/_rels/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png"/>
</Relationships>
</file>

<file path=ppt/slides/_rels/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png"/>
</Relationships>
</file>

<file path=ppt/slides/_rels/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png"/>
</Relationships>
</file>

<file path=ppt/slides/_rels/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png"/>
</Relationships>
</file>

<file path=ppt/slides/_rels/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png"/>
</Relationships>
</file>

<file path=ppt/slides/_rels/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png"/>
</Relationships>
</file>

<file path=ppt/slides/_rels/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2.png"/>
</Relationships>
</file>

<file path=ppt/slides/_rels/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3.png"/>
</Relationships>
</file>

<file path=ppt/slides/_rels/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4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Project Overview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DIR DIVING is a SwiftUI watchOS dive app with a premium Apple Watch Ultra-style UI across every screen.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The project covers live dive data, navigation, logs, export, configurable limits, and experimental buddy workflows.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Shows current, maximum, and average depth.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Displays water temperature, RunTime, TTV, and warning state.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Built around the shared premium black dive-computer visual system.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Ascent Warning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Calculates ascent rate from consecutive depth samples.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Uses green, yellow, and red zones.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Triggers red visual warning and haptic feedback when over limit.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ACC15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Configurable Ascent Limits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Diver can edit each depth-band ascent limit on Apple Watch.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Values persist locally through UserDefaults.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Reset returns the profile to standard limits.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Compass and Bearing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Premium black compass screen with large heading, bearing panel, and technical controls.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SET BEARING and CLEAR actions are contextual.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CoreLocation heading updates drive the display.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60A5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Manual Stopwatch and Action Button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Manual stopwatch is separate from automatic RunTime.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START, STOP, and RESET are available on screen.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App Intents support stopwatch workflows and Buddy Assist access.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Dive Log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Premium black log screen stores the latest 40 dives locally.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Sessions include duration, depths, temperatures, GPS metadata, and samples.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Log entries are sorted by start date.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22D3EE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Dive Detail and Subsurface Export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Dive detail shows metrics and a profile chart.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CSV generation supports Subsurface import workflows.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ShareLink sends CSV to Files, AirDrop, email, or companion devices.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4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GPS Entry and Exit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Captures surface entry and exit coordinates.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Uses a best-effort capture window for better fixes.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GPS is metadata only, not underwater tracking.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User Images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Premium black image selector displays bundled PNG, JPG, JPEG, or HEIC reference screens.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Useful for checklists, procedures, tables, and static reminders.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Future path can use WatchConnectivity from an iPhone companion app.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Pre-Dive Buddy Pairing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Apple Watch Ultra users identify their DIR DIVING buddy before the dive.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PAIRING PRE-DIVE uses the shared premium panel style, shows PAIRED or NOT PAIRED, and stores the buddy identity locally.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Pairing is disabled during immersion; the warning remains visible in the Buddy UI.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Received Message and Answer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Incoming buddy messages appear in a large banner.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Critical messages are highlighted in red and trigger failure haptics.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ANSWER opens the same preset message set for immediate reply.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Buddy Link and Plausible Direction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Buddy Link shows ONLINE or LOST.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Signal dot uses green, yellow, and red state.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Compass block combines last known direction, shared bearing, and heading into a plausible direction.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0480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300" b="1">
                <a:solidFill>
                  <a:srgbClr val="FFFFFF"/>
                </a:solidFill>
              </a:rPr>
              <a:t>Experimental Safety Position</a:t>
            </a:r>
            <a:endParaRPr lang="en-US" sz="3300"/>
          </a:p>
        </p:txBody>
      </p:sp>
      <p:sp>
        <p:nvSpPr>
          <p:cNvPr id="3" name="Body"/>
          <p:cNvSpPr txBox="1"/>
          <p:nvPr/>
        </p:nvSpPr>
        <p:spPr>
          <a:xfrm>
            <a:off x="609600" y="1117600"/>
            <a:ext cx="4876800" cy="3048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>
                <a:solidFill>
                  <a:srgbClr val="DDEAF0"/>
                </a:solidFill>
              </a:rPr>
              <a:t>- Buddy proximity and BLE messaging are not certified safety systems.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watchOS cannot advertise BLE services through CBPeripheralManager, limiting pure Watch-to-Watch BLE.</a:t>
            </a:r>
            <a:endParaRPr lang="en-US" sz="1900"/>
          </a:p>
          <a:p>
            <a:r>
              <a:rPr lang="en-US" sz="1900">
                <a:solidFill>
                  <a:srgbClr val="DDEAF0"/>
                </a:solidFill>
              </a:rPr>
              <a:t>- Hardware validation and a relay or revised architecture may be required.</a:t>
            </a:r>
            <a:endParaRPr lang="en-US" sz="1900"/>
          </a:p>
        </p:txBody>
      </p:sp>
      <p:pic>
        <p:nvPicPr>
          <p:cNvPr id="4" name="Feature screenshot"/>
          <p:cNvPicPr/>
          <p:nvPr/>
        </p:nvPicPr>
        <p:blipFill>
          <a:blip r:embed="rId2"/>
          <a:stretch>
            <a:fillRect/>
          </a:stretch>
        </p:blipFill>
        <p:spPr>
          <a:xfrm>
            <a:off x="5943600" y="487680"/>
            <a:ext cx="2159000" cy="3543300"/>
          </a:xfrm>
          <a:prstGeom prst="roundRect">
            <a:avLst/>
          </a:prstGeom>
          <a:ln w="12700">
            <a:solidFill>
              <a:srgbClr val="00C7D9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14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Full Feature Presentation</dc:title>
  <dc:creator>DIR DIVING</dc:creator>
  <cp:lastModifiedBy>DIR DIVING</cp:lastModifiedBy>
  <dcterms:created xsi:type="dcterms:W3CDTF">2026-05-10T11:22:59Z</dcterms:created>
  <dcterms:modified xsi:type="dcterms:W3CDTF">2026-05-10T11:22:59Z</dcterms:modified>
</cp:coreProperties>
</file>