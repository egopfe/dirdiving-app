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/slideLayouts/_rels/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DIR DIVING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watchOS dive computer interface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UI must align to this exact supplied Apple Watch Ultra reference.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Primary screen prioritizes depth, runtime, TTV, ascent rate, stopwatch, and tactile controls.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This visual language is now the baseline for future development.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Visual Standard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the look and feel to preserve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Black full-screen canvas for underwater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Large white metrics with blue labels and green/yellow/red state colors.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Thin rounded borders, compact spacing, no generic dashboard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main operational surface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depth dominates the center of the watch face.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TTV and RunTime sit in a green technical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Start, Stop, and Reset use color-coded action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Ascent Awareness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rate gauge and warnings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Vertical m/min scale mirrors the reference style.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Green/yellow/red bands communicate safe, caution, and danger states.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Blinking depth and haptics support fast recognition underwater.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Compass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navigation support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Full-screen compass remains watch-first and high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Bearing actions stay contextual and readable.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Future compass UI should reuse the same black technical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Dive Log and Export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after-dive workflow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Latest dive sessions are stored locally.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Dive details include profile, temperature, GPS entry/exit metadata, and CSV export.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Supporting screens should inherit the same compact Ultra-style visual system.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453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Buddy Link Experimental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branch: codex/experimental-features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453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BLE watch-to-watch concept for predefined buddy messages.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Status, proximity color, haptics, and last plausible direction are experimental.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Safety disclaimer remains visible where proximity is shown.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7D9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Architecture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SwiftUI watchOS project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C7D9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SwiftUI views, services, models, utilities, and XcodeGen project configuration.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Water submersion APIs are prepared while the entitlement is pending.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UI changes are isolated in view components for maintainability.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Next Steps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validation path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Regenerate the Xcode project with XcodeGen on macOS.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Build with the granted water submersion entitlement once available.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Keep future UI work aligned with the reference visual language.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