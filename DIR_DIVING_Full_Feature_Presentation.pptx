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/>
</file>

<file path=ppt/_rels/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Relationship Id="rId16" Type="http://schemas.openxmlformats.org/officeDocument/2006/relationships/theme" Target="theme/theme1.xml"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_rels/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</file>

<file path=ppt/slides/_rels/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</file>

<file path=ppt/slides/_rels/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</Relationships>
</file>

<file path=ppt/slides/_rels/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png"/>
</Relationships>
</file>

<file path=ppt/slides/_rels/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png"/>
</Relationships>
</file>

<file path=ppt/slides/_rels/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png"/>
</Relationships>
</file>

<file path=ppt/slides/_rels/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png"/>
</Relationships>
</file>

<file path=ppt/slides/_rels/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png"/>
</Relationships>
</file>

<file path=ppt/slides/_rels/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png"/>
</Relationships>
</file>

<file path=ppt/slides/_rels/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png"/>
</Relationships>
</file>

<file path=ppt/slides/_rels/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2.png"/>
</Relationships>
</file>

<file path=ppt/slides/_rels/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3.png"/>
</Relationships>
</file>

<file path=ppt/slides/_rels/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4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Project Overview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DIR DIVING is a SwiftUI watchOS dive app for Apple Watch Ultra-class devices.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The project covers live dive data, navigation, logs, export, configurable limits, and experimental buddy workflows.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Shows current, maximum, and average depth.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Displays water temperature, RunTime, TTV, and warning state.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Built for glanceable underwater readability.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Ascent Warning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Calculates ascent rate from consecutive depth samples.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Uses green, yellow, and red zones.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Triggers red visual warning and haptic feedback when over limit.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ACC15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Configurable Ascent Limits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Diver can edit each depth-band ascent limit on Apple Watch.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Values persist locally through UserDefaults.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Reset returns the profile to standard limits.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Compass and Bearing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Full compass screen with heading and cardinal direction.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SET BEARING and CLEAR actions are contextual.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CoreLocation heading updates drive the display.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60A5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Manual Stopwatch and Action Button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Manual stopwatch is separate from automatic RunTime.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START, STOP, and RESET are available on screen.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App Intents support stopwatch workflows and Buddy Assist access.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Dive Log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Stores the latest 40 dives locally.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Sessions include duration, depths, temperatures, GPS metadata, and samples.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Log entries are sorted by start date.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22D3EE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Dive Detail and Subsurface Export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Dive detail shows metrics and a profile chart.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CSV generation supports Subsurface import workflows.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ShareLink sends CSV to Files, AirDrop, email, or companion devices.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4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GPS Entry and Exit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Captures surface entry and exit coordinates.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Uses a best-effort capture window for better fixes.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GPS is metadata only, not underwater tracking.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User Images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Displays bundled PNG, JPG, JPEG, or HEIC reference screens.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Useful for checklists, procedures, tables, and static reminders.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Future path can use WatchConnectivity from an iPhone companion app.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Buddy Assist Messaging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Preset buddy messages: OK, RISALI, HO UN PROBLEMA, DOVE SEI?, TORNA INDIETRO, LOW GAS.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UI supports pairing state and send controls.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CoreBluetooth central-side scaffold is experimental.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Received Message and Answer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Incoming buddy messages appear in a large banner.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Critical messages are highlighted in red and trigger failure haptics.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ANSWER opens the same preset message set for immediate reply.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Buddy Link and Plausible Direction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Buddy Link shows ONLINE or LOST.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Signal dot uses green, yellow, and red state.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Compass block combines last known direction, shared bearing, and heading into a plausible direction.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Experimental Safety Position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Buddy proximity and BLE messaging are not certified safety systems.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watchOS cannot advertise BLE services through CBPeripheralManager, limiting pure Watch-to-Watch BLE.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Hardware validation and a relay or revised architecture may be required.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14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Full Feature Presentation</dc:title>
  <dc:creator>DIR DIVING</dc:creator>
  <cp:lastModifiedBy>DIR DIVING</cp:lastModifiedBy>
  <dcterms:created xsi:type="dcterms:W3CDTF">2026-05-10T11:22:59Z</dcterms:created>
  <dcterms:modified xsi:type="dcterms:W3CDTF">2026-05-10T11:22:59Z</dcterms:modified>
</cp:coreProperties>
</file>